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5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homs-slides/img/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22960"/>
            <a:ext cx="4754880" cy="38642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31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CHILD, MATERNAL &amp; ADOLESCENT HEALTH OUTREACH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&amp; Outreach Management System (CHOMS)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154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paper registers with a secure, offline-first cloud platform.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(Maternal, Adolescent and Child Health Institute)  |  Work Integrated Learning 3 (XADAD7112w)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956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Mhlengi Mathonsi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5330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ST10399162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80560" y="4956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Sbonakaliso Madlopha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480560" y="5330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ST10377944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92440" y="4956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Olwethu Libongwe Cwele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92440" y="5330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ST10344453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counted. Every family reached.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3182"/>
            </a:avLst>
          </a:prstGeom>
          <a:solidFill>
            <a:srgbClr val="FFF7F6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74520"/>
            <a:ext cx="82296" cy="356616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68680" y="2377440"/>
            <a:ext cx="566928" cy="566928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10" name="Image 0" descr="/home/claude/choms-slides/img/ic-paper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04" y="2502164"/>
            <a:ext cx="317480" cy="31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600200" y="2679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clients, no history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3200400"/>
            <a:ext cx="566928" cy="566928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14" name="Image 1" descr="/home/claude/choms-slides/img/ic-ale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332512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referrals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60020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tracking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68680" y="4023360"/>
            <a:ext cx="566928" cy="566928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18" name="Image 2" descr="/home/claude/choms-slides/img/ic-user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04" y="414808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visibility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1600200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learn weeks later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68680" y="4846320"/>
            <a:ext cx="566928" cy="566928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22" name="Image 3" descr="/home/claude/choms-slides/img/ic-char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04" y="4971044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funder reports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1600200" y="5148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hand every cycle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3182"/>
            </a:avLst>
          </a:prstGeom>
          <a:solidFill>
            <a:srgbClr val="F2FBFA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36208" y="1874520"/>
            <a:ext cx="82296" cy="3566160"/>
          </a:xfrm>
          <a:prstGeom prst="rect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6537960" y="2377440"/>
            <a:ext cx="566928" cy="566928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29" name="Image 4" descr="/home/claude/choms-slides/img/ic-cloud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684" y="2502164"/>
            <a:ext cx="317480" cy="317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6948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cloud backend</a:t>
            </a:r>
            <a:endParaRPr lang="en-US" sz="1900" dirty="0"/>
          </a:p>
        </p:txBody>
      </p:sp>
      <p:sp>
        <p:nvSpPr>
          <p:cNvPr id="31" name="Text 24"/>
          <p:cNvSpPr/>
          <p:nvPr/>
        </p:nvSpPr>
        <p:spPr>
          <a:xfrm>
            <a:off x="7269480" y="2679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537960" y="3200400"/>
            <a:ext cx="566928" cy="566928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33" name="Image 5" descr="/home/claude/choms-slides/img/ic-globe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684" y="3325124"/>
            <a:ext cx="317480" cy="317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694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front ends</a:t>
            </a:r>
            <a:endParaRPr lang="en-US" sz="1900" dirty="0"/>
          </a:p>
        </p:txBody>
      </p:sp>
      <p:sp>
        <p:nvSpPr>
          <p:cNvPr id="35" name="Text 27"/>
          <p:cNvSpPr/>
          <p:nvPr/>
        </p:nvSpPr>
        <p:spPr>
          <a:xfrm>
            <a:off x="726948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installable PWA, Android app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6537960" y="4023360"/>
            <a:ext cx="566928" cy="566928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37" name="Image 6" descr="/home/claude/choms-slides/img/ic-chart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2684" y="4148084"/>
            <a:ext cx="317480" cy="317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6948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900" dirty="0"/>
          </a:p>
        </p:txBody>
      </p:sp>
      <p:sp>
        <p:nvSpPr>
          <p:cNvPr id="39" name="Text 30"/>
          <p:cNvSpPr/>
          <p:nvPr/>
        </p:nvSpPr>
        <p:spPr>
          <a:xfrm>
            <a:off x="7269480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 lists and charts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6537960" y="4846320"/>
            <a:ext cx="566928" cy="566928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41" name="Image 7" descr="/home/claude/choms-slides/img/ic-sync-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2684" y="4971044"/>
            <a:ext cx="317480" cy="317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26948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</a:t>
            </a:r>
            <a:endParaRPr lang="en-US" sz="1900" dirty="0"/>
          </a:p>
        </p:txBody>
      </p:sp>
      <p:sp>
        <p:nvSpPr>
          <p:cNvPr id="43" name="Text 33"/>
          <p:cNvSpPr/>
          <p:nvPr/>
        </p:nvSpPr>
        <p:spPr>
          <a:xfrm>
            <a:off x="7269480" y="5148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now, sync when signal returns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community health workers visit mothers, children and adolescents across Durban every day.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backend, three matching front ends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8" name="Image 0" descr="/home/claude/choms-slides/img/ic-glob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205557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Create account and Sign in. Same child-welfare design as the apps.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13" name="Image 1" descr="/home/claude/choms-slides/img/ic-lapto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20555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desktop app (PWA)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57200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works offline. Full system for CHWs, coordinators and admins.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18" name="Image 2" descr="/home/claude/choms-slides/img/ic-phon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091" y="205557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3210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MVVM + Repository, Material 3. Firebase Auth and Firestore.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11667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4754880"/>
            <a:ext cx="731520" cy="7315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23" name="Image 3" descr="/home/claude/choms-slides/img/ic-db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4915814"/>
            <a:ext cx="409651" cy="4096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46817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project: match-choms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1783080" y="51206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+  Cloud Firestore (africa-south1, Johannesburg)  +  server-side Security Rules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(N-Tier)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406640" cy="978408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82296" cy="521208"/>
          </a:xfrm>
          <a:prstGeom prst="rect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83080"/>
            <a:ext cx="621792" cy="621792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9" name="Image 0" descr="/home/claude/choms-slides/img/ic-lapto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74" y="1919874"/>
            <a:ext cx="348204" cy="3482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709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691640" y="20756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(PWA) + Native Android (Java, MVVM, Material 3)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7406640" cy="978408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971800"/>
            <a:ext cx="82296" cy="521208"/>
          </a:xfrm>
          <a:prstGeom prst="rect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2926080"/>
            <a:ext cx="621792" cy="621792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15" name="Image 1" descr="/home/claude/choms-slides/img/ic-cli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74" y="3062874"/>
            <a:ext cx="348204" cy="3482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852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1691640" y="32186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JavaScript (utils.js: validation, SA ID, permissions) + Android ViewModels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3886200"/>
            <a:ext cx="7406640" cy="978408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" y="4114800"/>
            <a:ext cx="82296" cy="521208"/>
          </a:xfrm>
          <a:prstGeom prst="rect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4069080"/>
            <a:ext cx="621792" cy="621792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21" name="Image 2" descr="/home/claude/choms-slides/img/ic-db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474" y="4205874"/>
            <a:ext cx="348204" cy="3482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3995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1691640" y="43616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(repo.js): role-scoped reads, cache, outbox, audited batch writes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48640" y="5029200"/>
            <a:ext cx="7406640" cy="978408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6928" y="5257800"/>
            <a:ext cx="82296" cy="521208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8680" y="5212080"/>
            <a:ext cx="621792" cy="621792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27" name="Image 3" descr="/home/claude/choms-slides/img/ic-cloud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474" y="5348874"/>
            <a:ext cx="348204" cy="3482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5138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2100" dirty="0"/>
          </a:p>
        </p:txBody>
      </p:sp>
      <p:sp>
        <p:nvSpPr>
          <p:cNvPr id="29" name="Text 23"/>
          <p:cNvSpPr/>
          <p:nvPr/>
        </p:nvSpPr>
        <p:spPr>
          <a:xfrm>
            <a:off x="1691640" y="55046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Cloud Firestore (africa-south1) and server-side Security Rules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8229600" y="1600200"/>
            <a:ext cx="3383280" cy="4407408"/>
          </a:xfrm>
          <a:prstGeom prst="roundRect">
            <a:avLst>
              <a:gd name="adj" fmla="val 3784"/>
            </a:avLst>
          </a:prstGeom>
          <a:solidFill>
            <a:srgbClr val="DDF2F0"/>
          </a:solidFill>
          <a:ln w="12700">
            <a:solidFill>
              <a:srgbClr val="DDF2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4582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layers?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8458200" y="228600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job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never talks to Firestore directly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 the same permissions on the server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plain JavaScript, so it is unit-tested with Jest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82296" cy="91440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38528"/>
            <a:ext cx="694944" cy="69494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9" name="Image 0" descr="/home/claude/choms-slides/img/ic-key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68" y="2091416"/>
            <a:ext cx="389169" cy="3891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8308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access, user management, approve reports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44768" y="1828800"/>
            <a:ext cx="82296" cy="914400"/>
          </a:xfrm>
          <a:prstGeom prst="rect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1938528"/>
            <a:ext cx="694944" cy="694944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15" name="Image 1" descr="/home/claude/choms-slides/img/ic-cha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408" y="2091416"/>
            <a:ext cx="389169" cy="38916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6092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data, generate and save reports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" y="3383280"/>
            <a:ext cx="82296" cy="914400"/>
          </a:xfrm>
          <a:prstGeom prst="rect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3493008"/>
            <a:ext cx="694944" cy="694944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21" name="Image 2" descr="/home/claude/choms-slides/img/ic-user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568" y="3645896"/>
            <a:ext cx="389169" cy="38916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8308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 (Community Health Worker)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1783080" y="3794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edit only their assigned clients and visits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126480" y="315468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44768" y="3383280"/>
            <a:ext cx="82296" cy="9144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46520" y="3493008"/>
            <a:ext cx="694944" cy="694944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27" name="Image 3" descr="/home/claude/choms-slides/img/ic-lock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408" y="3645896"/>
            <a:ext cx="389169" cy="38916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92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2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360920" y="3794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sign-ups must be approved by an Admin; no data access until approved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486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lifecycle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548640" y="5212080"/>
            <a:ext cx="2011680" cy="685800"/>
          </a:xfrm>
          <a:prstGeom prst="roundRect">
            <a:avLst>
              <a:gd name="adj" fmla="val 49333"/>
            </a:avLst>
          </a:prstGeom>
          <a:solidFill>
            <a:srgbClr val="DCF0FC"/>
          </a:solidFill>
          <a:ln w="15875">
            <a:solidFill>
              <a:srgbClr val="2F9BE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5212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2788920" y="5212080"/>
            <a:ext cx="2011680" cy="685800"/>
          </a:xfrm>
          <a:prstGeom prst="roundRect">
            <a:avLst>
              <a:gd name="adj" fmla="val 49333"/>
            </a:avLst>
          </a:prstGeom>
          <a:solidFill>
            <a:srgbClr val="FFF0C7"/>
          </a:solidFill>
          <a:ln w="15875">
            <a:solidFill>
              <a:srgbClr val="FFB40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880360" y="5212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5029200" y="5212080"/>
            <a:ext cx="2011680" cy="685800"/>
          </a:xfrm>
          <a:prstGeom prst="roundRect">
            <a:avLst>
              <a:gd name="adj" fmla="val 49333"/>
            </a:avLst>
          </a:prstGeom>
          <a:solidFill>
            <a:srgbClr val="DDF2F0"/>
          </a:solidFill>
          <a:ln w="15875">
            <a:solidFill>
              <a:srgbClr val="0B7A7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120640" y="5212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+ sets role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7269480" y="5212080"/>
            <a:ext cx="2011680" cy="685800"/>
          </a:xfrm>
          <a:prstGeom prst="roundRect">
            <a:avLst>
              <a:gd name="adj" fmla="val 49333"/>
            </a:avLst>
          </a:prstGeom>
          <a:solidFill>
            <a:srgbClr val="DAF4E6"/>
          </a:solidFill>
          <a:ln w="15875">
            <a:solidFill>
              <a:srgbClr val="1F9D6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360920" y="5212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9509760" y="5212080"/>
            <a:ext cx="2011680" cy="685800"/>
          </a:xfrm>
          <a:prstGeom prst="roundRect">
            <a:avLst>
              <a:gd name="adj" fmla="val 49333"/>
            </a:avLst>
          </a:prstGeom>
          <a:solidFill>
            <a:srgbClr val="FFE2DF"/>
          </a:solidFill>
          <a:ln w="15875">
            <a:solidFill>
              <a:srgbClr val="F25C5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601200" y="5212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/ delete (audited)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IMMUTABLE AUDIT TRAIL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Unaudited Writes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7" name="Image 0" descr="/home/claude/choms-slides/img/ic-sync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17410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writes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71600" y="1929384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update and delete is committed in one atomic batch with an auditLogs entry.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11" name="Image 1" descr="/home/claude/choms-slides/img/ic-shie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283829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97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371600" y="3026664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reject the write if the audit entry is missing.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15" name="Image 2" descr="/home/claude/choms-slides/img/ic-lock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9355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371600" y="4123944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Nobody, including Admins, can edit or delete an audit log entry.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19" name="Image 3" descr="/home/claude/choms-slides/img/ic-clip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5032858"/>
            <a:ext cx="358445" cy="3584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371600" y="5221224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and when, for sensitive child health data (POPIA).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980176" y="1636776"/>
            <a:ext cx="5596128" cy="3812061"/>
          </a:xfrm>
          <a:prstGeom prst="roundRect">
            <a:avLst>
              <a:gd name="adj" fmla="val 2399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23" name="Image 4" descr="/home/claude/choms-slides/img/shot-aud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691640"/>
            <a:ext cx="5486400" cy="370233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3504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screen: searchable by user and action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SYNCHRONISATION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Without Signal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35608" y="1920240"/>
            <a:ext cx="822960" cy="82296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8" name="Image 0" descr="/home/claude/choms-slides/img/ic-wifioff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659" y="210129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CHWs work in areas with no signal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5468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400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8328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0248" y="1920240"/>
            <a:ext cx="822960" cy="82296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14" name="Image 1" descr="/home/claude/choms-slides/img/ic-db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299" y="210129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2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outbox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611880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to localStorage; service worker caches the app shell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98932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400"/>
                </a:solidFill>
              </a:rPr>
              <a:t>▶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04888" y="1920240"/>
            <a:ext cx="822960" cy="82296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20" name="Image 2" descr="/home/claude/choms-slides/img/ic-sync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39" y="210129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6446520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flushes automatically (about every 60 s, or Sync Now)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823960" y="2926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400"/>
                </a:solidFill>
              </a:rPr>
              <a:t>▶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905256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39528" y="1920240"/>
            <a:ext cx="822960" cy="82296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26" name="Image 3" descr="/home/claude/choms-slides/img/ic-cloud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0579" y="2101291"/>
            <a:ext cx="460858" cy="46085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9281160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with its audit entry; failures are flagged, never lost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changes are always visible: a "Sync Now" chip shows how many records are waiting to upload.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AND UI/UX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Field and the Office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7" name="Image 0" descr="/home/claude/choms-slides/img/ic-che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17410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validation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71600" y="19293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date of birth and gender, blocks duplicates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11" name="Image 1" descr="/home/claude/choms-slides/img/ic-cha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265541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14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371600" y="28437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cards, work lists, completed visits per CHW chart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15" name="Image 2" descr="/home/claude/choms-slides/img/ic-pape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56981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371600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date range, export CSV, print / PDF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19" name="Image 3" descr="/home/claude/choms-slides/img/ic-users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4484218"/>
            <a:ext cx="358445" cy="3584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1371600" y="46725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deactivate and delete accounts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5257800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23" name="Image 4" descr="/home/claude/choms-slides/img/ic-heart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8" y="5398618"/>
            <a:ext cx="358445" cy="35844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5257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errors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1371600" y="55869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messages, no technical jargon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5888736" y="1636776"/>
            <a:ext cx="5687568" cy="3873767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27" name="Image 5" descr="/home/claude/choms-slides/img/shot-ch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691640"/>
            <a:ext cx="5577840" cy="376403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 dashboard: my clients, visits and referrals at a glance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" y="1591056"/>
            <a:ext cx="3310128" cy="2269422"/>
          </a:xfrm>
          <a:prstGeom prst="roundRect">
            <a:avLst>
              <a:gd name="adj" fmla="val 4029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7" name="Image 0" descr="/home/claude/choms-slides/img/shot-sign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200400" cy="2159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25696" y="1591056"/>
            <a:ext cx="3310128" cy="2269422"/>
          </a:xfrm>
          <a:prstGeom prst="roundRect">
            <a:avLst>
              <a:gd name="adj" fmla="val 4029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10" name="Image 1" descr="/home/claude/choms-slides/img/shot-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45920"/>
            <a:ext cx="3200400" cy="2159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0456" y="1591056"/>
            <a:ext cx="3310128" cy="2269422"/>
          </a:xfrm>
          <a:prstGeom prst="roundRect">
            <a:avLst>
              <a:gd name="adj" fmla="val 4029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13" name="Image 2" descr="/home/claude/choms-slides/img/shot-repo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645920"/>
            <a:ext cx="3200400" cy="2159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3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2596896" y="4334256"/>
            <a:ext cx="2624328" cy="1806631"/>
          </a:xfrm>
          <a:prstGeom prst="roundRect">
            <a:avLst>
              <a:gd name="adj" fmla="val 5061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16" name="Image 3" descr="/home/claude/choms-slides/img/shot-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4389120"/>
            <a:ext cx="2514600" cy="16969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51760" y="6172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986016" y="4334256"/>
            <a:ext cx="2624328" cy="1806631"/>
          </a:xfrm>
          <a:prstGeom prst="roundRect">
            <a:avLst>
              <a:gd name="adj" fmla="val 5061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F2740">
                <a:alpha val="20000"/>
              </a:srgbClr>
            </a:outerShdw>
          </a:effectLst>
        </p:spPr>
      </p:sp>
      <p:pic>
        <p:nvPicPr>
          <p:cNvPr id="19" name="Image 4" descr="/home/claude/choms-slides/img/shot-s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389120"/>
            <a:ext cx="2514600" cy="169690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40880" y="6172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AND TESTING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Assumed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8" name="Image 0" descr="/home/claude/choms-slides/img/ic-flas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196961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validation, SA ID, permissions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14" name="Image 1" descr="/home/claude/choms-slides/img/ic-phon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818" y="196961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000" dirty="0"/>
          </a:p>
        </p:txBody>
      </p:sp>
      <p:sp>
        <p:nvSpPr>
          <p:cNvPr id="16" name="Text 12"/>
          <p:cNvSpPr/>
          <p:nvPr/>
        </p:nvSpPr>
        <p:spPr>
          <a:xfrm>
            <a:off x="457200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72000" y="3337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validators and logic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46720" y="164592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20" name="Image 2" descr="/home/claude/choms-slides/img/ic-shiel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858" y="196961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6000" dirty="0"/>
          </a:p>
        </p:txBody>
      </p:sp>
      <p:sp>
        <p:nvSpPr>
          <p:cNvPr id="22" name="Text 17"/>
          <p:cNvSpPr/>
          <p:nvPr/>
        </p:nvSpPr>
        <p:spPr>
          <a:xfrm>
            <a:off x="832104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 tests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321040" y="3337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real attacks on Firestore rules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12727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77240" y="5074920"/>
            <a:ext cx="731520" cy="7315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26" name="Image 3" descr="/home/claude/choms-slides/img/ic-rocke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5235854"/>
            <a:ext cx="409651" cy="40965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83080" y="4937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pipelines automatically test the code on every push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Real-World Hurdles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74520"/>
            <a:ext cx="82296" cy="82296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9" name="Image 0" descr="/home/claude/choms-slides/img/ic-us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081174"/>
            <a:ext cx="409651" cy="4096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801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deletion without a paid Cloud Function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828800" y="22402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secure admin-only client fallback that removes the profile, revokes access and logs the deletion to the audit trail.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3337560"/>
            <a:ext cx="82296" cy="822960"/>
          </a:xfrm>
          <a:prstGeom prst="rect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3383280"/>
            <a:ext cx="731520" cy="73152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15" name="Image 1" descr="/home/claude/choms-slides/img/ic-lapto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3544214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3264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white space bug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828800" y="37033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CSS container constraints so wide screens get a full-width enterprise layout.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" y="4800600"/>
            <a:ext cx="82296" cy="822960"/>
          </a:xfrm>
          <a:prstGeom prst="rect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4846320"/>
            <a:ext cx="731520" cy="73152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21" name="Image 2" descr="/home/claude/choms-slides/img/ic-sync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" y="5007254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47274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loop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1828800" y="51663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caching issues by always fetching fresh profiles from the server, so pending users cannot loop.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Health Outreach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914400" cy="91440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8" name="Image 0" descr="/home/claude/choms-slides/img/ic-he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9842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160020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eliminates paper trails, prevents lost referrals, and ensures 100% data accountability.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3886200"/>
            <a:ext cx="82296" cy="594360"/>
          </a:xfrm>
          <a:prstGeom prst="rect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858768"/>
            <a:ext cx="640080" cy="64008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14" name="Image 1" descr="/home/claude/choms-slides/img/ic-sm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999586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737360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reminders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126480" y="36576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3886200"/>
            <a:ext cx="82296" cy="59436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46520" y="3858768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20" name="Image 2" descr="/home/claude/choms-slides/img/ic-appl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3999586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app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7315200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and audit contract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920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66928" y="5120640"/>
            <a:ext cx="82296" cy="594360"/>
          </a:xfrm>
          <a:prstGeom prst="rect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5093208"/>
            <a:ext cx="640080" cy="64008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26" name="Image 3" descr="/home/claude/choms-slides/img/ic-wifioff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5234026"/>
            <a:ext cx="358445" cy="35844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Android UI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1737360" y="5458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queue with pending indicator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126480" y="489204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44768" y="5120640"/>
            <a:ext cx="82296" cy="59436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46520" y="5093208"/>
            <a:ext cx="640080" cy="64008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32" name="Image 4" descr="/home/claude/choms-slides/img/ic-db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338" y="5234026"/>
            <a:ext cx="358445" cy="35844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1520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integration</a:t>
            </a:r>
            <a:endParaRPr lang="en-US" sz="1900" dirty="0"/>
          </a:p>
        </p:txBody>
      </p:sp>
      <p:sp>
        <p:nvSpPr>
          <p:cNvPr id="34" name="Text 27"/>
          <p:cNvSpPr/>
          <p:nvPr/>
        </p:nvSpPr>
        <p:spPr>
          <a:xfrm>
            <a:off x="7315200" y="5458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health information systems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&amp; Live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74520"/>
            <a:ext cx="82296" cy="1097280"/>
          </a:xfrm>
          <a:prstGeom prst="rect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0B7A7A"/>
          </a:solidFill>
          <a:ln w="12700">
            <a:solidFill>
              <a:srgbClr val="0B7A7A"/>
            </a:solidFill>
            <a:prstDash val="solid"/>
          </a:ln>
        </p:spPr>
      </p:sp>
      <p:pic>
        <p:nvPicPr>
          <p:cNvPr id="9" name="Image 0" descr="/home/claude/choms-slides/img/ic-chil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2147011"/>
            <a:ext cx="460858" cy="4608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Mhlengi Mathonsi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288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ST10399162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5661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5968" y="1874520"/>
            <a:ext cx="82296" cy="1097280"/>
          </a:xfrm>
          <a:prstGeom prst="rect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965960"/>
            <a:ext cx="822960" cy="822960"/>
          </a:xfrm>
          <a:prstGeom prst="ellipse">
            <a:avLst/>
          </a:prstGeom>
          <a:solidFill>
            <a:srgbClr val="2F9BE0"/>
          </a:solidFill>
          <a:ln w="12700">
            <a:solidFill>
              <a:srgbClr val="2F9BE0"/>
            </a:solidFill>
            <a:prstDash val="solid"/>
          </a:ln>
        </p:spPr>
      </p:sp>
      <p:pic>
        <p:nvPicPr>
          <p:cNvPr id="15" name="Image 1" descr="/home/claude/choms-slides/img/ic-chil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2147011"/>
            <a:ext cx="460858" cy="4608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Sbonakaliso Madlopha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5778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ST10377944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046720" y="1645920"/>
            <a:ext cx="35661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5008" y="1874520"/>
            <a:ext cx="82296" cy="1097280"/>
          </a:xfrm>
          <a:prstGeom prst="rect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1965960"/>
            <a:ext cx="822960" cy="822960"/>
          </a:xfrm>
          <a:prstGeom prst="ellipse">
            <a:avLst/>
          </a:prstGeom>
          <a:solidFill>
            <a:srgbClr val="1F9D60"/>
          </a:solidFill>
          <a:ln w="12700">
            <a:solidFill>
              <a:srgbClr val="1F9D60"/>
            </a:solidFill>
            <a:prstDash val="solid"/>
          </a:ln>
        </p:spPr>
      </p:sp>
      <p:pic>
        <p:nvPicPr>
          <p:cNvPr id="21" name="Image 2" descr="/home/claude/choms-slides/img/ic-chil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091" y="2147011"/>
            <a:ext cx="460858" cy="4608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2688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Olwethu Libongwe Cwele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3268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9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ST10344453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project: match-choms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548640" y="41148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http://127.0.0.1:8123/index.html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http://127.0.0.1:8123/app/index.html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github.com/Olwethu7/choms-group-work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Firebase: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console.firebase.google.com/project/match-choms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CHOMS Final Presentation</dc:title>
  <dc:subject>PptxGenJS Presentation</dc:subject>
  <dc:creator>PptxGenJS</dc:creator>
  <cp:lastModifiedBy>PptxGenJS</cp:lastModifiedBy>
  <cp:revision>1</cp:revision>
  <dcterms:created xsi:type="dcterms:W3CDTF">2026-10-27T21:01:28Z</dcterms:created>
  <dcterms:modified xsi:type="dcterms:W3CDTF">2026-10-27T21:01:28Z</dcterms:modified>
</cp:coreProperties>
</file>