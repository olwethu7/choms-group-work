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FFB400">
              <a:alpha val="85000"/>
            </a:srgbClr>
          </a:solidFill>
          <a:ln w="12700">
            <a:solidFill>
              <a:srgbClr val="FFB400">
                <a:alpha val="8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Health &amp; Outreach Management System (CHOMS)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D7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paper registers with a secure, offline-first cloud platform.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4389120"/>
            <a:ext cx="1463040" cy="7315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572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(Maternal, Adolescent and Child Health Institute)  |  Work Integrated Learning 3 (XADAD7112w)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3949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Mhlengi Mathonsi (ST10399162)   |   Junior Sbonakaliso Madlopha (ST10377944)   |   Olwethu Libongwe Cwele (ST10344453)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Our Solution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64008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  |  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3061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registers: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clients, no history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referrals: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outcome tracking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visibility: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coordinators learn weeks later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funder reports: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by hand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94960" cy="4480560"/>
          </a:xfrm>
          <a:prstGeom prst="roundRect">
            <a:avLst>
              <a:gd name="adj" fmla="val 3061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37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92240" y="246888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cloud backend: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+ Firestore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front ends: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Website, PWA, Android App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dashboards: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work lists and charts</a:t>
            </a:r>
            <a:endParaRPr lang="en-US" sz="22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sync: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now, sync later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64008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  |  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017520" cy="987552"/>
          </a:xfrm>
          <a:prstGeom prst="roundRect">
            <a:avLst>
              <a:gd name="adj" fmla="val 925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3017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749040" y="1554480"/>
            <a:ext cx="7863840" cy="987552"/>
          </a:xfrm>
          <a:prstGeom prst="roundRect">
            <a:avLst>
              <a:gd name="adj" fmla="val 9259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1554480"/>
            <a:ext cx="7406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(PWA) + Native Android (Java, MVVM, Material 3)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2724912"/>
            <a:ext cx="3017520" cy="987552"/>
          </a:xfrm>
          <a:prstGeom prst="roundRect">
            <a:avLst>
              <a:gd name="adj" fmla="val 925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24912"/>
            <a:ext cx="3017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749040" y="2724912"/>
            <a:ext cx="7863840" cy="987552"/>
          </a:xfrm>
          <a:prstGeom prst="roundRect">
            <a:avLst>
              <a:gd name="adj" fmla="val 9259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2724912"/>
            <a:ext cx="7406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JavaScript (utils.js: validation, SA ID, permissions) + Android ViewModels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3895344"/>
            <a:ext cx="3017520" cy="987552"/>
          </a:xfrm>
          <a:prstGeom prst="roundRect">
            <a:avLst>
              <a:gd name="adj" fmla="val 925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895344"/>
            <a:ext cx="3017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749040" y="3895344"/>
            <a:ext cx="7863840" cy="987552"/>
          </a:xfrm>
          <a:prstGeom prst="roundRect">
            <a:avLst>
              <a:gd name="adj" fmla="val 9259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3895344"/>
            <a:ext cx="7406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 (repo.js): role-scoped reads, cache, outbox, audited batch writes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48640" y="5065776"/>
            <a:ext cx="3017520" cy="987552"/>
          </a:xfrm>
          <a:prstGeom prst="roundRect">
            <a:avLst>
              <a:gd name="adj" fmla="val 9259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065776"/>
            <a:ext cx="3017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3749040" y="5065776"/>
            <a:ext cx="7863840" cy="987552"/>
          </a:xfrm>
          <a:prstGeom prst="roundRect">
            <a:avLst>
              <a:gd name="adj" fmla="val 9259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5065776"/>
            <a:ext cx="7406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Auth, Cloud Firestore (africa-south1) and server-side Security Rules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Design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64008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  |  4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system access, user management, approve reports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Coordinator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all data, generate and save reports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CHW (Community Health Worker)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and edit only their assigned clients and visits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sign-ups must be approved by an Admin; no data access until approved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Unaudited Writes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64008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  | 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800"/>
              </a:spcAft>
              <a:buSzPct val="100000"/>
              <a:buChar char="•"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writes: </a:t>
            </a:r>
            <a:pPr indent="0" marL="0">
              <a:spcAft>
                <a:spcPts val="1800"/>
              </a:spcAft>
              <a:buNone/>
            </a:pPr>
            <a:r>
              <a:rPr lang="en-US" sz="2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create, update and delete is committed in one atomic batch with an auditLogs entry</a:t>
            </a:r>
            <a:endParaRPr lang="en-US" sz="2600" dirty="0"/>
          </a:p>
          <a:p>
            <a:pPr marL="279400" indent="-279400">
              <a:spcAft>
                <a:spcPts val="1800"/>
              </a:spcAft>
              <a:buSzPct val="100000"/>
              <a:buChar char="•"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Server-enforced: </a:t>
            </a:r>
            <a:pPr indent="0" marL="0">
              <a:spcAft>
                <a:spcPts val="1800"/>
              </a:spcAft>
              <a:buNone/>
            </a:pPr>
            <a:r>
              <a:rPr lang="en-US" sz="2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rules reject the write if the audit entry is missing</a:t>
            </a:r>
            <a:endParaRPr lang="en-US" sz="2600" dirty="0"/>
          </a:p>
          <a:p>
            <a:pPr marL="279400" indent="-279400">
              <a:spcAft>
                <a:spcPts val="1800"/>
              </a:spcAft>
              <a:buSzPct val="100000"/>
              <a:buChar char="•"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Immutable: </a:t>
            </a:r>
            <a:pPr indent="0" marL="0">
              <a:spcAft>
                <a:spcPts val="1800"/>
              </a:spcAft>
              <a:buNone/>
            </a:pPr>
            <a:r>
              <a:rPr lang="en-US" sz="2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nobody, including Admins, can edit or delete an audit log entry</a:t>
            </a:r>
            <a:endParaRPr lang="en-US" sz="2600" dirty="0"/>
          </a:p>
          <a:p>
            <a:pPr marL="279400" indent="-279400">
              <a:spcAft>
                <a:spcPts val="1800"/>
              </a:spcAft>
              <a:buSzPct val="100000"/>
              <a:buChar char="•"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Accountable: </a:t>
            </a:r>
            <a:pPr indent="0" marL="0">
              <a:spcAft>
                <a:spcPts val="1800"/>
              </a:spcAft>
              <a:buNone/>
            </a:pPr>
            <a:r>
              <a:rPr lang="en-US" sz="2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did what and when, for sensitive child health data (POPIA)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Without Signal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64008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  |  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CHWs work in areas with no internet</a:t>
            </a:r>
            <a:endParaRPr lang="en-US" sz="2400" dirty="0"/>
          </a:p>
          <a:p>
            <a:pPr marL="279400" indent="-2794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saves data to a local "outbox" (localStorage)</a:t>
            </a:r>
            <a:endParaRPr lang="en-US" sz="2400" dirty="0"/>
          </a:p>
          <a:p>
            <a:pPr marL="279400" indent="-2794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caches the app shell, so the app opens offline</a:t>
            </a:r>
            <a:endParaRPr lang="en-US" sz="2400" dirty="0"/>
          </a:p>
          <a:p>
            <a:pPr marL="279400" indent="-2794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Reconnect: outbox flushes automatically to Firebase (every ~60 s or on demand)</a:t>
            </a:r>
            <a:endParaRPr lang="en-US" sz="2400" dirty="0"/>
          </a:p>
          <a:p>
            <a:pPr marL="279400" indent="-2794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items are flagged, never silently lost</a:t>
            </a:r>
            <a:endParaRPr lang="en-US" sz="2400" dirty="0"/>
          </a:p>
          <a:p>
            <a:pPr marL="279400" indent="-2794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changes are shown with a "Sync Now" chip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Field and the Office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64008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  |  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ID Validation: </a:t>
            </a:r>
            <a:pPr indent="0" marL="0">
              <a:spcAft>
                <a:spcPts val="1400"/>
              </a:spcAft>
              <a:buNone/>
            </a:pP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Auto-fills DOB and gender, blocks duplicates</a:t>
            </a:r>
            <a:endParaRPr lang="en-US" sz="21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Dashboards: </a:t>
            </a:r>
            <a:pPr indent="0" marL="0">
              <a:spcAft>
                <a:spcPts val="1400"/>
              </a:spcAft>
              <a:buNone/>
            </a:pP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cards, work lists, and completed visits per CHW chart</a:t>
            </a:r>
            <a:endParaRPr lang="en-US" sz="21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Reports: </a:t>
            </a:r>
            <a:pPr indent="0" marL="0">
              <a:spcAft>
                <a:spcPts val="1400"/>
              </a:spcAft>
              <a:buNone/>
            </a:pP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for any date range, Export CSV, Print/PDF</a:t>
            </a:r>
            <a:endParaRPr lang="en-US" sz="21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Management: </a:t>
            </a:r>
            <a:pPr indent="0" marL="0">
              <a:spcAft>
                <a:spcPts val="1400"/>
              </a:spcAft>
              <a:buNone/>
            </a:pP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edit, deactivate, and delete accounts</a:t>
            </a:r>
            <a:endParaRPr lang="en-US" sz="21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Error Handling: </a:t>
            </a:r>
            <a:pPr indent="0" marL="0">
              <a:spcAft>
                <a:spcPts val="1400"/>
              </a:spcAft>
              <a:buNone/>
            </a:pP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 messages, no technical jargon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Not Assumed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64008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  |  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66160" cy="2743200"/>
          </a:xfrm>
          <a:prstGeom prst="roundRect">
            <a:avLst>
              <a:gd name="adj" fmla="val 50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373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unit tests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297680" y="1645920"/>
            <a:ext cx="3566160" cy="2743200"/>
          </a:xfrm>
          <a:prstGeom prst="roundRect">
            <a:avLst>
              <a:gd name="adj" fmla="val 50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7373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4297680" y="29260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tests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297680" y="3474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566160" cy="2743200"/>
          </a:xfrm>
          <a:prstGeom prst="roundRect">
            <a:avLst>
              <a:gd name="adj" fmla="val 50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7373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8046720" y="29260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rule tests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046720" y="3474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Simulating real attacks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75488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 pipelines automatically test code on every push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Overcoming Real-World Hurdles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64008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  |  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2200"/>
              </a:spcAft>
              <a:buSzPct val="100000"/>
              <a:buChar char="•"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deletion without a paid Cloud Function: </a:t>
            </a:r>
            <a:pPr indent="0" marL="0">
              <a:spcAft>
                <a:spcPts val="22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secure admin-only client fallback that removes the profile, revokes access and logs the deletion to the audit trail</a:t>
            </a:r>
            <a:endParaRPr lang="en-US" sz="2200" dirty="0"/>
          </a:p>
          <a:p>
            <a:pPr marL="279400" indent="-279400">
              <a:spcAft>
                <a:spcPts val="2200"/>
              </a:spcAft>
              <a:buSzPct val="100000"/>
              <a:buChar char="•"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white space bug: </a:t>
            </a:r>
            <a:pPr indent="0" marL="0">
              <a:spcAft>
                <a:spcPts val="22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CSS container constraints to allow full-width enterprise layouts</a:t>
            </a:r>
            <a:endParaRPr lang="en-US" sz="2200" dirty="0"/>
          </a:p>
          <a:p>
            <a:pPr marL="279400" indent="-279400">
              <a:spcAft>
                <a:spcPts val="2200"/>
              </a:spcAft>
              <a:buSzPct val="100000"/>
              <a:buChar char="•"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loop: </a:t>
            </a:r>
            <a:pPr indent="0" marL="0">
              <a:spcAft>
                <a:spcPts val="22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caching issues by always fetching fresh profiles from the server, so pending users cannot loop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Health Outreach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64008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  |  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 eliminates paper trails, prevents lost referrals, and ensures 100% data accountability.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gateway integration for appointment reminders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 app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Android UI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provincial health systems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&amp; Live System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64008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  |  11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830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Mhlengi Mathonsi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ST10399162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7830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Sbonakaliso Madlopha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8056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ST10377944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7830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Olwethu Libongwe Cwele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ST10344453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project: match-choms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Website: 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http://127.0.0.1:8123/index.html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app: 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http://127.0.0.1:8123/app/index.html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console: 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console.firebase.google.com/project/match-choms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CHOMS Final Presentation</dc:title>
  <dc:subject>PptxGenJS Presentation</dc:subject>
  <dc:creator>PptxGenJS</dc:creator>
  <cp:lastModifiedBy>PptxGenJS</cp:lastModifiedBy>
  <cp:revision>1</cp:revision>
  <dcterms:created xsi:type="dcterms:W3CDTF">2026-10-27T20:27:33Z</dcterms:created>
  <dcterms:modified xsi:type="dcterms:W3CDTF">2026-10-27T20:27:33Z</dcterms:modified>
</cp:coreProperties>
</file>